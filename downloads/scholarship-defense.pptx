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各位老师好，我是［学院］的［姓名］。下面从个人介绍、成果介绍和目前工作三个方面，汇报我的国家奖学金申请情况。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我就读于［学校］［学院］，专业是［专业］，导师为［导师］。目前处于研究生三年级，主要围绕［研究方向］开展学习与科研工作。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我的课程［均分或绩点］为［数值］，综合排名为［名次］，参评人数为［人数］。研究上，我关注［应用场景］中的［工程问题］，并围绕这一问题持续开展课题研究。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目前，我取得［数量］篇论文和［数量］项知识产权成果，参与［数量］项科研项目，并获得［代表性奖项］。接下来重点介绍最能体现本人贡献的两项工作。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项代表性成果是［成果名称］。针对［具体问题］，我提出了［方法］，重点承担［本人任务］。在［实验条件］下，与［对比方法］相比，［指标］达到［真实结果］。这项成果已［发表或录用］于［期刊或会议］，我的作者顺序是［顺序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［项目名称］中，我主要负责［具体模块］，完成了［关键技术工作］。围绕［工程场景］，我开展了［测试或验证］，得到［实际结果］。这项工作验证了研究方法在工程条件下的适用性，也让我进一步掌握了［专业能力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此外，我获得了［代表性奖项］，在团队中承担［具体任务］。在集体工作方面，我参与［事项］，负责［职责］，取得［实际贡献］。这些经历让我更加重视团队协作与责任担当。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，我的重点工作是［课题或学位论文题目］，目标是［解决的问题］。现阶段已完成［已完成任务］，正在推进［当前任务］。针对［关键难点］，我计划通过［具体方法］继续验证，并将可靠结果纳入学位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阶段，我将首先完成［补充验证任务］，检验［关键指标］。随后整理［论文或系统成果］，并按照［时间安排］完成学位论文的写作与修改。我会优先保证研究证据完整、结果可靠，以及毕业工作按期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以上是我的汇报。感谢导师和团队的支持，感谢各位老师的审议，恳请批评指正。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